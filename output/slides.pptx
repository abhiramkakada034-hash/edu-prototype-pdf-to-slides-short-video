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Introduction to K-Nearest Neighbors (KNN)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Estimates likelihood of data point belonging to a group based on similarity to existing data points</a:t>
            </a:r>
          </a:p>
          <a:p>
            <a:pPr>
              <a:defRPr sz="2000"/>
            </a:pPr>
            <a:r>
              <a:t>• Supervised machine learning technique</a:t>
            </a:r>
          </a:p>
        </p:txBody>
      </p:sp>
      <p:pic>
        <p:nvPicPr>
          <p:cNvPr id="4" name="Picture 3" descr="visua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Slide 1 | KNN Explainer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Definition and Importance of KNN in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Non-parametric, lazy learning algorithm</a:t>
            </a:r>
          </a:p>
          <a:p>
            <a:pPr>
              <a:defRPr sz="2000"/>
            </a:pPr>
            <a:r>
              <a:t>• Simplistic, easy to interpret, and low computational cost</a:t>
            </a:r>
          </a:p>
        </p:txBody>
      </p:sp>
      <p:pic>
        <p:nvPicPr>
          <p:cNvPr id="4" name="Picture 3" descr="visu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Slide 2 | KNN Explainer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Foundational Concepts: Supervised vs. Unsupervised Learning and Lazy vs. Eager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KNN belongs to the family of supervised learning algorithms</a:t>
            </a:r>
          </a:p>
          <a:p>
            <a:pPr>
              <a:defRPr sz="2000"/>
            </a:pPr>
            <a:r>
              <a:t>• KNN is a 'lazy learner' that delays computation until prediction time</a:t>
            </a:r>
          </a:p>
        </p:txBody>
      </p:sp>
      <p:pic>
        <p:nvPicPr>
          <p:cNvPr id="4" name="Picture 3" descr="visua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Slide 3 | KNN Explainer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Distance Metrics and Similarity in 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Choose distance metric based on data type and problem domain</a:t>
            </a:r>
          </a:p>
          <a:p>
            <a:pPr>
              <a:defRPr sz="2000"/>
            </a:pPr>
            <a:r>
              <a:t>• Feature scaling often necessary to prevent feature dominance</a:t>
            </a:r>
          </a:p>
        </p:txBody>
      </p:sp>
      <p:pic>
        <p:nvPicPr>
          <p:cNvPr id="4" name="Picture 3" descr="visua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Slide 4 | KNN Explainer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The KNN Algorithm: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Data preprocessing</a:t>
            </a:r>
          </a:p>
          <a:p>
            <a:pPr>
              <a:defRPr sz="2000"/>
            </a:pPr>
            <a:r>
              <a:t>• Choosing the optimal value of k</a:t>
            </a:r>
          </a:p>
        </p:txBody>
      </p:sp>
      <p:pic>
        <p:nvPicPr>
          <p:cNvPr id="4" name="Picture 3" descr="visua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Slide 5 | KNN Explainer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Optimizing KNN Performance with Cross-Validation, Elbow Method, and Grid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Cross-validation to determine optimal k</a:t>
            </a:r>
          </a:p>
          <a:p>
            <a:pPr>
              <a:defRPr sz="2000"/>
            </a:pPr>
            <a:r>
              <a:t>• Elbow method and grid search to address class imbalance and dimensionality</a:t>
            </a:r>
          </a:p>
        </p:txBody>
      </p:sp>
      <p:pic>
        <p:nvPicPr>
          <p:cNvPr id="4" name="Picture 3" descr="visua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Slide 6 | KNN Explainer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Practical Implementation and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Implement KNN in Python using scikit-learn</a:t>
            </a:r>
          </a:p>
          <a:p>
            <a:pPr>
              <a:defRPr sz="2000"/>
            </a:pPr>
            <a:r>
              <a:t>• Tune the model for high accuracy in classification tasks</a:t>
            </a:r>
          </a:p>
        </p:txBody>
      </p:sp>
      <p:pic>
        <p:nvPicPr>
          <p:cNvPr id="4" name="Picture 3" descr="visua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Slide 7 | KNN Explainer 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Real-World Applications and Performance Metrics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• Recommendation systems, image classification, and text classification</a:t>
            </a:r>
          </a:p>
          <a:p>
            <a:pPr>
              <a:defRPr sz="2000"/>
            </a:pPr>
            <a:r>
              <a:t>• Accuracy, precision, recall, F1-score, and confusion matrix</a:t>
            </a:r>
          </a:p>
        </p:txBody>
      </p:sp>
      <p:pic>
        <p:nvPicPr>
          <p:cNvPr id="4" name="Picture 3" descr="visua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Slide 8 | KNN Explainer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